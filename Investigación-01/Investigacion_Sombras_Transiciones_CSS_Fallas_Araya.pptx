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5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1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006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58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472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42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90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4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4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015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1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00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727" y="802299"/>
            <a:ext cx="6855107" cy="1851691"/>
          </a:xfrm>
        </p:spPr>
        <p:txBody>
          <a:bodyPr>
            <a:normAutofit fontScale="90000"/>
          </a:bodyPr>
          <a:lstStyle/>
          <a:p>
            <a:r>
              <a:rPr sz="4400" dirty="0" err="1"/>
              <a:t>Investigación</a:t>
            </a:r>
            <a:r>
              <a:rPr sz="4400" dirty="0"/>
              <a:t> </a:t>
            </a:r>
            <a:r>
              <a:rPr sz="4400" dirty="0" err="1"/>
              <a:t>sobre</a:t>
            </a:r>
            <a:r>
              <a:rPr sz="4400" dirty="0"/>
              <a:t> </a:t>
            </a:r>
            <a:r>
              <a:rPr sz="4400" dirty="0" err="1"/>
              <a:t>Sombras</a:t>
            </a:r>
            <a:r>
              <a:rPr sz="4400" dirty="0"/>
              <a:t> y </a:t>
            </a:r>
            <a:r>
              <a:rPr sz="4400" dirty="0" err="1"/>
              <a:t>Transiciones</a:t>
            </a:r>
            <a:r>
              <a:rPr sz="4400" dirty="0"/>
              <a:t> </a:t>
            </a:r>
            <a:r>
              <a:rPr sz="4400" dirty="0" err="1"/>
              <a:t>en</a:t>
            </a:r>
            <a:r>
              <a:rPr sz="4400" dirty="0"/>
              <a:t> CSS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1377" y="3531205"/>
            <a:ext cx="7323458" cy="2345488"/>
          </a:xfrm>
        </p:spPr>
        <p:txBody>
          <a:bodyPr>
            <a:noAutofit/>
          </a:bodyPr>
          <a:lstStyle/>
          <a:p>
            <a:r>
              <a:rPr lang="es-ES" sz="1800" dirty="0" smtClean="0"/>
              <a:t>PRGRAMACIÓN  INTERNET</a:t>
            </a:r>
          </a:p>
          <a:p>
            <a:r>
              <a:rPr sz="1800" dirty="0" err="1" smtClean="0"/>
              <a:t>Estudiante</a:t>
            </a:r>
            <a:r>
              <a:rPr sz="1800" dirty="0"/>
              <a:t>: </a:t>
            </a:r>
            <a:r>
              <a:rPr sz="1800" dirty="0" err="1"/>
              <a:t>María</a:t>
            </a:r>
            <a:r>
              <a:rPr sz="1800" dirty="0"/>
              <a:t> José </a:t>
            </a:r>
            <a:r>
              <a:rPr sz="1800" dirty="0" err="1"/>
              <a:t>Fallas</a:t>
            </a:r>
            <a:r>
              <a:rPr sz="1800" dirty="0"/>
              <a:t> Araya</a:t>
            </a:r>
          </a:p>
          <a:p>
            <a:r>
              <a:rPr sz="1800" dirty="0" err="1"/>
              <a:t>Profesor</a:t>
            </a:r>
            <a:r>
              <a:rPr sz="1800" dirty="0"/>
              <a:t>: </a:t>
            </a:r>
            <a:r>
              <a:rPr sz="1800" dirty="0" err="1"/>
              <a:t>Fabián</a:t>
            </a:r>
            <a:r>
              <a:rPr sz="1800" dirty="0"/>
              <a:t> Chinchilla </a:t>
            </a:r>
            <a:r>
              <a:rPr sz="1800" dirty="0" err="1"/>
              <a:t>Mayorga</a:t>
            </a:r>
            <a:endParaRPr sz="1800" dirty="0"/>
          </a:p>
          <a:p>
            <a:r>
              <a:rPr sz="1800" dirty="0"/>
              <a:t>Universidad </a:t>
            </a:r>
            <a:r>
              <a:rPr sz="1800" dirty="0" smtClean="0"/>
              <a:t>Central</a:t>
            </a:r>
            <a:endParaRPr lang="es-ES" sz="1800" dirty="0" smtClean="0"/>
          </a:p>
          <a:p>
            <a:r>
              <a:rPr sz="1800" dirty="0" err="1" smtClean="0"/>
              <a:t>Octubre</a:t>
            </a:r>
            <a:r>
              <a:rPr sz="1800" dirty="0" smtClean="0"/>
              <a:t> </a:t>
            </a:r>
            <a:r>
              <a:rPr sz="1800" dirty="0"/>
              <a:t>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sz="2400" dirty="0"/>
              <a:t>El CSS </a:t>
            </a:r>
            <a:r>
              <a:rPr sz="2400" dirty="0" err="1"/>
              <a:t>es</a:t>
            </a:r>
            <a:r>
              <a:rPr sz="2400" dirty="0"/>
              <a:t> </a:t>
            </a:r>
            <a:r>
              <a:rPr sz="2400" dirty="0" err="1"/>
              <a:t>una</a:t>
            </a:r>
            <a:r>
              <a:rPr sz="2400" dirty="0"/>
              <a:t> </a:t>
            </a:r>
            <a:r>
              <a:rPr sz="2400" dirty="0" err="1"/>
              <a:t>herramienta</a:t>
            </a:r>
            <a:r>
              <a:rPr sz="2400" dirty="0"/>
              <a:t> </a:t>
            </a:r>
            <a:r>
              <a:rPr sz="2400" dirty="0" err="1"/>
              <a:t>esencial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el </a:t>
            </a:r>
            <a:r>
              <a:rPr sz="2400" dirty="0" err="1"/>
              <a:t>desarrollo</a:t>
            </a:r>
            <a:r>
              <a:rPr sz="2400" dirty="0"/>
              <a:t> web </a:t>
            </a:r>
            <a:r>
              <a:rPr sz="2400" dirty="0" err="1"/>
              <a:t>moderno</a:t>
            </a:r>
            <a:r>
              <a:rPr sz="2400" dirty="0"/>
              <a:t>, </a:t>
            </a:r>
            <a:r>
              <a:rPr sz="2400" dirty="0" err="1"/>
              <a:t>ya</a:t>
            </a:r>
            <a:r>
              <a:rPr sz="2400" dirty="0"/>
              <a:t> que </a:t>
            </a:r>
            <a:r>
              <a:rPr sz="2400" dirty="0" err="1"/>
              <a:t>permite</a:t>
            </a:r>
            <a:r>
              <a:rPr sz="2400" dirty="0"/>
              <a:t> </a:t>
            </a:r>
            <a:r>
              <a:rPr sz="2400" dirty="0" err="1"/>
              <a:t>controlar</a:t>
            </a:r>
            <a:r>
              <a:rPr sz="2400" dirty="0"/>
              <a:t> la </a:t>
            </a:r>
            <a:r>
              <a:rPr sz="2400" dirty="0" err="1"/>
              <a:t>apariencia</a:t>
            </a:r>
            <a:r>
              <a:rPr sz="2400" dirty="0"/>
              <a:t> visual de las </a:t>
            </a:r>
            <a:r>
              <a:rPr sz="2400" dirty="0" err="1"/>
              <a:t>páginas</a:t>
            </a:r>
            <a:r>
              <a:rPr sz="2400" dirty="0"/>
              <a:t> de forma </a:t>
            </a:r>
            <a:r>
              <a:rPr sz="2400" dirty="0" err="1"/>
              <a:t>precisa</a:t>
            </a:r>
            <a:r>
              <a:rPr sz="2400" dirty="0"/>
              <a:t> y </a:t>
            </a:r>
            <a:r>
              <a:rPr sz="2400" dirty="0" err="1"/>
              <a:t>eficiente</a:t>
            </a:r>
            <a:r>
              <a:rPr sz="2400" dirty="0"/>
              <a:t>. Entre </a:t>
            </a:r>
            <a:r>
              <a:rPr sz="2400" dirty="0" err="1"/>
              <a:t>sus</a:t>
            </a:r>
            <a:r>
              <a:rPr sz="2400" dirty="0"/>
              <a:t> </a:t>
            </a:r>
            <a:r>
              <a:rPr sz="2400" dirty="0" err="1"/>
              <a:t>múltiples</a:t>
            </a:r>
            <a:r>
              <a:rPr sz="2400" dirty="0"/>
              <a:t> </a:t>
            </a:r>
            <a:r>
              <a:rPr sz="2400" dirty="0" err="1"/>
              <a:t>funcionalidades</a:t>
            </a:r>
            <a:r>
              <a:rPr sz="2400" dirty="0"/>
              <a:t>, </a:t>
            </a:r>
            <a:r>
              <a:rPr sz="2400" dirty="0" err="1"/>
              <a:t>destacan</a:t>
            </a:r>
            <a:r>
              <a:rPr sz="2400" dirty="0"/>
              <a:t> las </a:t>
            </a:r>
            <a:r>
              <a:rPr sz="2400" dirty="0" err="1"/>
              <a:t>propiedades</a:t>
            </a:r>
            <a:r>
              <a:rPr sz="2400" dirty="0"/>
              <a:t> que </a:t>
            </a:r>
            <a:r>
              <a:rPr sz="2400" dirty="0" err="1"/>
              <a:t>permiten</a:t>
            </a:r>
            <a:r>
              <a:rPr sz="2400" dirty="0"/>
              <a:t> </a:t>
            </a:r>
            <a:r>
              <a:rPr sz="2400" dirty="0" err="1"/>
              <a:t>añadir</a:t>
            </a:r>
            <a:r>
              <a:rPr sz="2400" dirty="0"/>
              <a:t> </a:t>
            </a:r>
            <a:r>
              <a:rPr sz="2400" dirty="0" err="1"/>
              <a:t>efectos</a:t>
            </a:r>
            <a:r>
              <a:rPr sz="2400" dirty="0"/>
              <a:t> </a:t>
            </a:r>
            <a:r>
              <a:rPr sz="2400" dirty="0" err="1"/>
              <a:t>visuales</a:t>
            </a:r>
            <a:r>
              <a:rPr sz="2400" dirty="0"/>
              <a:t> </a:t>
            </a:r>
            <a:r>
              <a:rPr sz="2400" dirty="0" err="1"/>
              <a:t>como</a:t>
            </a:r>
            <a:r>
              <a:rPr sz="2400" dirty="0"/>
              <a:t> </a:t>
            </a:r>
            <a:r>
              <a:rPr sz="2400" dirty="0" err="1"/>
              <a:t>sombras</a:t>
            </a:r>
            <a:r>
              <a:rPr sz="2400" dirty="0"/>
              <a:t> y </a:t>
            </a:r>
            <a:r>
              <a:rPr sz="2400" dirty="0" err="1"/>
              <a:t>transiciones</a:t>
            </a:r>
            <a:r>
              <a:rPr sz="2400" dirty="0"/>
              <a:t>, las </a:t>
            </a:r>
            <a:r>
              <a:rPr sz="2400" dirty="0" err="1"/>
              <a:t>cuales</a:t>
            </a:r>
            <a:r>
              <a:rPr sz="2400" dirty="0"/>
              <a:t> </a:t>
            </a:r>
            <a:r>
              <a:rPr sz="2400" dirty="0" err="1"/>
              <a:t>mejoran</a:t>
            </a:r>
            <a:r>
              <a:rPr sz="2400" dirty="0"/>
              <a:t> la </a:t>
            </a:r>
            <a:r>
              <a:rPr sz="2400" dirty="0" err="1"/>
              <a:t>estética</a:t>
            </a:r>
            <a:r>
              <a:rPr sz="2400" dirty="0"/>
              <a:t> y la </a:t>
            </a:r>
            <a:r>
              <a:rPr sz="2400" dirty="0" err="1"/>
              <a:t>experiencia</a:t>
            </a:r>
            <a:r>
              <a:rPr sz="2400" dirty="0"/>
              <a:t> de </a:t>
            </a:r>
            <a:r>
              <a:rPr sz="2400" dirty="0" err="1"/>
              <a:t>usuario</a:t>
            </a:r>
            <a:r>
              <a:rPr sz="2400" dirty="0"/>
              <a:t>.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este</a:t>
            </a:r>
            <a:r>
              <a:rPr sz="2400" dirty="0"/>
              <a:t> </a:t>
            </a:r>
            <a:r>
              <a:rPr sz="2400" dirty="0" err="1"/>
              <a:t>trabajo</a:t>
            </a:r>
            <a:r>
              <a:rPr sz="2400" dirty="0"/>
              <a:t> se </a:t>
            </a:r>
            <a:r>
              <a:rPr sz="2400" dirty="0" err="1"/>
              <a:t>analizan</a:t>
            </a:r>
            <a:r>
              <a:rPr sz="2400" dirty="0"/>
              <a:t> las </a:t>
            </a:r>
            <a:r>
              <a:rPr sz="2400" dirty="0" err="1"/>
              <a:t>propiedades</a:t>
            </a:r>
            <a:r>
              <a:rPr sz="2400" dirty="0"/>
              <a:t> box-shadow, text-shadow, transition, ease y duration.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Sombras en CSS: box-shadow y text-shadow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0" y="2015733"/>
            <a:ext cx="6571343" cy="3450613"/>
          </a:xfrm>
        </p:spPr>
        <p:txBody>
          <a:bodyPr>
            <a:normAutofit/>
          </a:bodyPr>
          <a:lstStyle/>
          <a:p>
            <a:pPr algn="just"/>
            <a:r>
              <a:rPr dirty="0" smtClean="0"/>
              <a:t>text-shadow </a:t>
            </a:r>
            <a:r>
              <a:rPr dirty="0" err="1"/>
              <a:t>agrega</a:t>
            </a:r>
            <a:r>
              <a:rPr dirty="0"/>
              <a:t> </a:t>
            </a:r>
            <a:r>
              <a:rPr dirty="0" err="1"/>
              <a:t>sombra</a:t>
            </a:r>
            <a:r>
              <a:rPr dirty="0"/>
              <a:t> al </a:t>
            </a:r>
            <a:r>
              <a:rPr dirty="0" err="1"/>
              <a:t>texto</a:t>
            </a:r>
            <a:r>
              <a:rPr dirty="0"/>
              <a:t>, </a:t>
            </a:r>
            <a:r>
              <a:rPr dirty="0" err="1"/>
              <a:t>permitiendo</a:t>
            </a:r>
            <a:r>
              <a:rPr dirty="0"/>
              <a:t> </a:t>
            </a:r>
            <a:r>
              <a:rPr dirty="0" err="1"/>
              <a:t>definir</a:t>
            </a:r>
            <a:r>
              <a:rPr dirty="0"/>
              <a:t> </a:t>
            </a:r>
            <a:r>
              <a:rPr dirty="0" err="1"/>
              <a:t>desplazamiento</a:t>
            </a:r>
            <a:r>
              <a:rPr dirty="0"/>
              <a:t>, </a:t>
            </a:r>
            <a:r>
              <a:rPr dirty="0" err="1"/>
              <a:t>difuminado</a:t>
            </a:r>
            <a:r>
              <a:rPr dirty="0"/>
              <a:t> y color.</a:t>
            </a:r>
          </a:p>
          <a:p>
            <a:pPr algn="just"/>
            <a:r>
              <a:rPr dirty="0" smtClean="0"/>
              <a:t>box-shadow </a:t>
            </a:r>
            <a:r>
              <a:rPr dirty="0" err="1"/>
              <a:t>aplica</a:t>
            </a:r>
            <a:r>
              <a:rPr dirty="0"/>
              <a:t> </a:t>
            </a:r>
            <a:r>
              <a:rPr dirty="0" err="1"/>
              <a:t>sombras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elementos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, </a:t>
            </a:r>
            <a:r>
              <a:rPr dirty="0" err="1"/>
              <a:t>generando</a:t>
            </a:r>
            <a:r>
              <a:rPr dirty="0"/>
              <a:t> </a:t>
            </a:r>
            <a:r>
              <a:rPr dirty="0" err="1"/>
              <a:t>sensación</a:t>
            </a:r>
            <a:r>
              <a:rPr dirty="0"/>
              <a:t> de </a:t>
            </a:r>
            <a:r>
              <a:rPr dirty="0" err="1"/>
              <a:t>profundidad</a:t>
            </a:r>
            <a:r>
              <a:rPr dirty="0"/>
              <a:t>.</a:t>
            </a:r>
          </a:p>
          <a:p>
            <a:pPr algn="just"/>
            <a:r>
              <a:rPr dirty="0" err="1" smtClean="0"/>
              <a:t>Estas</a:t>
            </a:r>
            <a:r>
              <a:rPr dirty="0" smtClean="0"/>
              <a:t> </a:t>
            </a:r>
            <a:r>
              <a:rPr dirty="0" err="1"/>
              <a:t>propiedades</a:t>
            </a:r>
            <a:r>
              <a:rPr dirty="0"/>
              <a:t> </a:t>
            </a:r>
            <a:r>
              <a:rPr dirty="0" err="1"/>
              <a:t>permiten</a:t>
            </a:r>
            <a:r>
              <a:rPr dirty="0"/>
              <a:t> </a:t>
            </a:r>
            <a:r>
              <a:rPr dirty="0" err="1"/>
              <a:t>dar</a:t>
            </a:r>
            <a:r>
              <a:rPr dirty="0"/>
              <a:t> </a:t>
            </a:r>
            <a:r>
              <a:rPr dirty="0" err="1"/>
              <a:t>realismo</a:t>
            </a:r>
            <a:r>
              <a:rPr dirty="0"/>
              <a:t> y </a:t>
            </a:r>
            <a:r>
              <a:rPr dirty="0" err="1"/>
              <a:t>jerarquía</a:t>
            </a:r>
            <a:r>
              <a:rPr dirty="0"/>
              <a:t> visual 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elementos</a:t>
            </a:r>
            <a:r>
              <a:rPr dirty="0"/>
              <a:t> web.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Transiciones en CSS: transition, ease, duration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dirty="0"/>
              <a:t>Las </a:t>
            </a:r>
            <a:r>
              <a:rPr dirty="0" err="1"/>
              <a:t>transiciones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CSS </a:t>
            </a:r>
            <a:r>
              <a:rPr dirty="0" err="1"/>
              <a:t>permiten</a:t>
            </a:r>
            <a:r>
              <a:rPr dirty="0"/>
              <a:t> que el </a:t>
            </a:r>
            <a:r>
              <a:rPr dirty="0" err="1"/>
              <a:t>cambio</a:t>
            </a:r>
            <a:r>
              <a:rPr dirty="0"/>
              <a:t> de un </a:t>
            </a:r>
            <a:r>
              <a:rPr dirty="0" err="1"/>
              <a:t>estilo</a:t>
            </a:r>
            <a:r>
              <a:rPr dirty="0"/>
              <a:t> a </a:t>
            </a:r>
            <a:r>
              <a:rPr dirty="0" err="1"/>
              <a:t>otro</a:t>
            </a:r>
            <a:r>
              <a:rPr dirty="0"/>
              <a:t> </a:t>
            </a:r>
            <a:r>
              <a:rPr dirty="0" err="1"/>
              <a:t>ocurra</a:t>
            </a:r>
            <a:r>
              <a:rPr dirty="0"/>
              <a:t> </a:t>
            </a:r>
            <a:r>
              <a:rPr dirty="0" err="1"/>
              <a:t>gradualmente</a:t>
            </a:r>
            <a:r>
              <a:rPr dirty="0"/>
              <a:t>.</a:t>
            </a:r>
          </a:p>
          <a:p>
            <a:pPr algn="just"/>
            <a:r>
              <a:rPr dirty="0"/>
              <a:t>• transition </a:t>
            </a:r>
            <a:r>
              <a:rPr dirty="0" err="1"/>
              <a:t>combina</a:t>
            </a:r>
            <a:r>
              <a:rPr dirty="0"/>
              <a:t> </a:t>
            </a:r>
            <a:r>
              <a:rPr dirty="0" err="1"/>
              <a:t>propiedades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duración</a:t>
            </a:r>
            <a:r>
              <a:rPr dirty="0"/>
              <a:t>, </a:t>
            </a:r>
            <a:r>
              <a:rPr dirty="0" err="1"/>
              <a:t>función</a:t>
            </a:r>
            <a:r>
              <a:rPr dirty="0"/>
              <a:t> de </a:t>
            </a:r>
            <a:r>
              <a:rPr dirty="0" err="1"/>
              <a:t>aceleración</a:t>
            </a:r>
            <a:r>
              <a:rPr dirty="0"/>
              <a:t> y </a:t>
            </a:r>
            <a:r>
              <a:rPr dirty="0" err="1"/>
              <a:t>retardo</a:t>
            </a:r>
            <a:r>
              <a:rPr dirty="0"/>
              <a:t>.</a:t>
            </a:r>
          </a:p>
          <a:p>
            <a:pPr algn="just"/>
            <a:r>
              <a:rPr lang="es-ES" dirty="0"/>
              <a:t>D</a:t>
            </a:r>
            <a:r>
              <a:rPr dirty="0" err="1" smtClean="0"/>
              <a:t>uration</a:t>
            </a:r>
            <a:r>
              <a:rPr dirty="0" smtClean="0"/>
              <a:t> </a:t>
            </a:r>
            <a:r>
              <a:rPr dirty="0"/>
              <a:t>define </a:t>
            </a:r>
            <a:r>
              <a:rPr dirty="0" err="1"/>
              <a:t>cuánto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tarda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transición</a:t>
            </a:r>
            <a:r>
              <a:rPr dirty="0"/>
              <a:t>.</a:t>
            </a:r>
          </a:p>
          <a:p>
            <a:pPr algn="just"/>
            <a:r>
              <a:rPr dirty="0" smtClean="0"/>
              <a:t> </a:t>
            </a:r>
            <a:r>
              <a:rPr lang="es-ES" dirty="0"/>
              <a:t>E</a:t>
            </a:r>
            <a:r>
              <a:rPr dirty="0" err="1" smtClean="0"/>
              <a:t>ase</a:t>
            </a:r>
            <a:r>
              <a:rPr dirty="0" smtClean="0"/>
              <a:t> </a:t>
            </a:r>
            <a:r>
              <a:rPr dirty="0"/>
              <a:t>(o transition-timing-function) define la </a:t>
            </a:r>
            <a:r>
              <a:rPr dirty="0" err="1"/>
              <a:t>curva</a:t>
            </a:r>
            <a:r>
              <a:rPr dirty="0"/>
              <a:t> de </a:t>
            </a:r>
            <a:r>
              <a:rPr dirty="0" err="1"/>
              <a:t>aceleración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Integración con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Las </a:t>
            </a:r>
            <a:r>
              <a:rPr dirty="0" err="1"/>
              <a:t>propiedades</a:t>
            </a:r>
            <a:r>
              <a:rPr dirty="0"/>
              <a:t> de </a:t>
            </a:r>
            <a:r>
              <a:rPr dirty="0" err="1"/>
              <a:t>sombras</a:t>
            </a:r>
            <a:r>
              <a:rPr dirty="0"/>
              <a:t> y </a:t>
            </a:r>
            <a:r>
              <a:rPr dirty="0" err="1"/>
              <a:t>transiciones</a:t>
            </a:r>
            <a:r>
              <a:rPr dirty="0"/>
              <a:t> se </a:t>
            </a:r>
            <a:r>
              <a:rPr dirty="0" err="1"/>
              <a:t>integran</a:t>
            </a:r>
            <a:r>
              <a:rPr dirty="0"/>
              <a:t> </a:t>
            </a:r>
            <a:r>
              <a:rPr dirty="0" err="1"/>
              <a:t>directamente</a:t>
            </a:r>
            <a:r>
              <a:rPr dirty="0"/>
              <a:t> con HTML, </a:t>
            </a:r>
            <a:r>
              <a:rPr dirty="0" err="1"/>
              <a:t>mejorando</a:t>
            </a:r>
            <a:r>
              <a:rPr dirty="0"/>
              <a:t> la </a:t>
            </a:r>
            <a:r>
              <a:rPr dirty="0" err="1"/>
              <a:t>apariencia</a:t>
            </a:r>
            <a:r>
              <a:rPr dirty="0"/>
              <a:t> visual y la </a:t>
            </a:r>
            <a:r>
              <a:rPr dirty="0" err="1"/>
              <a:t>interacción</a:t>
            </a:r>
            <a:r>
              <a:rPr dirty="0"/>
              <a:t> del </a:t>
            </a:r>
            <a:r>
              <a:rPr dirty="0" err="1"/>
              <a:t>usuario</a:t>
            </a:r>
            <a:r>
              <a:rPr dirty="0"/>
              <a:t>.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, un </a:t>
            </a:r>
            <a:r>
              <a:rPr dirty="0" err="1"/>
              <a:t>botón</a:t>
            </a:r>
            <a:r>
              <a:rPr dirty="0"/>
              <a:t> o </a:t>
            </a:r>
            <a:r>
              <a:rPr dirty="0" err="1"/>
              <a:t>tarjeta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aumentar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tamaño</a:t>
            </a:r>
            <a:r>
              <a:rPr dirty="0"/>
              <a:t> o </a:t>
            </a:r>
            <a:r>
              <a:rPr dirty="0" err="1"/>
              <a:t>sombra</a:t>
            </a:r>
            <a:r>
              <a:rPr dirty="0"/>
              <a:t> al </a:t>
            </a:r>
            <a:r>
              <a:rPr dirty="0" err="1"/>
              <a:t>pasar</a:t>
            </a:r>
            <a:r>
              <a:rPr dirty="0"/>
              <a:t> el cursor, </a:t>
            </a:r>
            <a:r>
              <a:rPr dirty="0" err="1"/>
              <a:t>creando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atractiva</a:t>
            </a:r>
            <a:r>
              <a:rPr dirty="0"/>
              <a:t> y </a:t>
            </a:r>
            <a:r>
              <a:rPr dirty="0" err="1"/>
              <a:t>profesional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Las </a:t>
            </a:r>
            <a:r>
              <a:rPr dirty="0" err="1"/>
              <a:t>propiedades</a:t>
            </a:r>
            <a:r>
              <a:rPr dirty="0"/>
              <a:t> box-shadow, text-shadow, transition, ease y duration </a:t>
            </a:r>
            <a:r>
              <a:rPr dirty="0" err="1"/>
              <a:t>transforman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estática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interactiva</a:t>
            </a:r>
            <a:r>
              <a:rPr dirty="0"/>
              <a:t> y </a:t>
            </a:r>
            <a:r>
              <a:rPr dirty="0" err="1"/>
              <a:t>moderna</a:t>
            </a:r>
            <a:r>
              <a:rPr dirty="0"/>
              <a:t>. Las </a:t>
            </a:r>
            <a:r>
              <a:rPr dirty="0" err="1"/>
              <a:t>sombras</a:t>
            </a:r>
            <a:r>
              <a:rPr dirty="0"/>
              <a:t> </a:t>
            </a:r>
            <a:r>
              <a:rPr dirty="0" err="1"/>
              <a:t>aportan</a:t>
            </a:r>
            <a:r>
              <a:rPr dirty="0"/>
              <a:t> </a:t>
            </a:r>
            <a:r>
              <a:rPr dirty="0" err="1"/>
              <a:t>profundidad</a:t>
            </a:r>
            <a:r>
              <a:rPr dirty="0"/>
              <a:t> y </a:t>
            </a:r>
            <a:r>
              <a:rPr dirty="0" err="1"/>
              <a:t>jerarquía</a:t>
            </a:r>
            <a:r>
              <a:rPr dirty="0"/>
              <a:t> visual, </a:t>
            </a:r>
            <a:r>
              <a:rPr dirty="0" err="1"/>
              <a:t>mientras</a:t>
            </a:r>
            <a:r>
              <a:rPr dirty="0"/>
              <a:t> que las </a:t>
            </a:r>
            <a:r>
              <a:rPr dirty="0" err="1"/>
              <a:t>transiciones</a:t>
            </a:r>
            <a:r>
              <a:rPr dirty="0"/>
              <a:t> </a:t>
            </a:r>
            <a:r>
              <a:rPr dirty="0" err="1"/>
              <a:t>mejoran</a:t>
            </a:r>
            <a:r>
              <a:rPr dirty="0"/>
              <a:t> la </a:t>
            </a:r>
            <a:r>
              <a:rPr dirty="0" err="1"/>
              <a:t>fluidez</a:t>
            </a:r>
            <a:r>
              <a:rPr dirty="0"/>
              <a:t> y la </a:t>
            </a:r>
            <a:r>
              <a:rPr dirty="0" err="1"/>
              <a:t>usabilidad</a:t>
            </a:r>
            <a:r>
              <a:rPr dirty="0"/>
              <a:t> del </a:t>
            </a:r>
            <a:r>
              <a:rPr dirty="0" err="1"/>
              <a:t>sitio</a:t>
            </a:r>
            <a:r>
              <a:rPr dirty="0"/>
              <a:t>, </a:t>
            </a:r>
            <a:r>
              <a:rPr dirty="0" err="1"/>
              <a:t>ofreciendo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apariencia</a:t>
            </a:r>
            <a:r>
              <a:rPr dirty="0"/>
              <a:t> </a:t>
            </a:r>
            <a:r>
              <a:rPr dirty="0" err="1"/>
              <a:t>profesional</a:t>
            </a:r>
            <a:r>
              <a:rPr dirty="0"/>
              <a:t> y </a:t>
            </a:r>
            <a:r>
              <a:rPr dirty="0" err="1"/>
              <a:t>agradable</a:t>
            </a:r>
            <a:r>
              <a:rPr dirty="0"/>
              <a:t> al </a:t>
            </a:r>
            <a:r>
              <a:rPr dirty="0" err="1"/>
              <a:t>usuario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TM10001114[[fn=Galería]]</Template>
  <TotalTime>56</TotalTime>
  <Words>312</Words>
  <Application>Microsoft Office PowerPoint</Application>
  <PresentationFormat>Presentación en pantalla (4:3)</PresentationFormat>
  <Paragraphs>21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Investigación sobre Sombras y Transiciones en CSS</vt:lpstr>
      <vt:lpstr>Introducción</vt:lpstr>
      <vt:lpstr>Sombras en CSS: box-shadow y text-shadow</vt:lpstr>
      <vt:lpstr>Transiciones en CSS: transition, ease, duration</vt:lpstr>
      <vt:lpstr>Integración con HTML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Investigación sobre Sombras y Transiciones en CSS</dc:title>
  <dc:subject/>
  <dc:creator/>
  <cp:keywords/>
  <dc:description>generated using python-pptx</dc:description>
  <cp:lastModifiedBy>pc200020002000@outlook.es</cp:lastModifiedBy>
  <cp:revision>4</cp:revision>
  <dcterms:created xsi:type="dcterms:W3CDTF">2013-01-27T09:14:16Z</dcterms:created>
  <dcterms:modified xsi:type="dcterms:W3CDTF">2025-10-15T20:22:14Z</dcterms:modified>
  <cp:category/>
</cp:coreProperties>
</file>