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6" d="100"/>
          <a:sy n="86" d="100"/>
        </p:scale>
        <p:origin x="152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438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606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329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9529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249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4872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468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125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6308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456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937444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5212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24020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883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6902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092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749"/>
            <a:ext cx="1952272" cy="6852504"/>
            <a:chOff x="6627813" y="196102"/>
            <a:chExt cx="1952625" cy="5677649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610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380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5645" y="351264"/>
            <a:ext cx="6600451" cy="2262781"/>
          </a:xfrm>
        </p:spPr>
        <p:txBody>
          <a:bodyPr/>
          <a:lstStyle/>
          <a:p>
            <a:r>
              <a:rPr dirty="0" err="1"/>
              <a:t>Investigación</a:t>
            </a:r>
            <a:r>
              <a:rPr dirty="0"/>
              <a:t> </a:t>
            </a:r>
            <a:r>
              <a:rPr dirty="0" err="1"/>
              <a:t>sobre</a:t>
            </a:r>
            <a:r>
              <a:rPr dirty="0"/>
              <a:t> React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38868" y="3100040"/>
            <a:ext cx="7004000" cy="2803624"/>
          </a:xfrm>
        </p:spPr>
        <p:txBody>
          <a:bodyPr>
            <a:normAutofit/>
          </a:bodyPr>
          <a:lstStyle/>
          <a:p>
            <a:r>
              <a:rPr lang="es-ES" dirty="0" smtClean="0"/>
              <a:t>PROGRAMACIÓN  </a:t>
            </a:r>
            <a:r>
              <a:rPr lang="es-ES" dirty="0"/>
              <a:t>INTERNET</a:t>
            </a:r>
          </a:p>
          <a:p>
            <a:r>
              <a:rPr lang="es-ES" dirty="0"/>
              <a:t>Estudiante: María José Fallas Araya</a:t>
            </a:r>
          </a:p>
          <a:p>
            <a:r>
              <a:rPr lang="es-ES" dirty="0"/>
              <a:t>Profesor: Fabián Chinchilla Mayorga</a:t>
            </a:r>
          </a:p>
          <a:p>
            <a:r>
              <a:rPr lang="es-ES" dirty="0"/>
              <a:t>Universidad Central</a:t>
            </a:r>
          </a:p>
          <a:p>
            <a:r>
              <a:rPr lang="es-ES" dirty="0" smtClean="0"/>
              <a:t>Diciembre </a:t>
            </a:r>
            <a:r>
              <a:rPr lang="es-ES" dirty="0"/>
              <a:t>2025</a:t>
            </a:r>
          </a:p>
          <a:p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React es una biblioteca JavaScript creada por Facebook para construir interfaces interactivas y eficientes. Surge como respuesta a los retos de las aplicaciones modernas.</a:t>
            </a:r>
          </a:p>
          <a:p>
            <a:pPr lvl="1"/>
            <a:r>
              <a:t>Su creación inició en 2011 por Jordan Walke y se liberó en 2013.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es React?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Biblioteca JavaScript de código abierto para crear interfaces basadas en componentes.</a:t>
            </a:r>
          </a:p>
          <a:p>
            <a:pPr lvl="1"/>
            <a:r>
              <a:t>Permite construir aplicaciones web y móviles.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Origen de React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2011: Jordan Walke crea el prototipo inicial inspirado en XHP.</a:t>
            </a:r>
          </a:p>
          <a:p>
            <a:pPr lvl="1"/>
            <a:r>
              <a:t>2013: React se lanza públicamente en JSConf US.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Evolución de React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2013: Lanzamiento inicial (JSX y arquitectura por componentes).</a:t>
            </a:r>
          </a:p>
          <a:p>
            <a:pPr lvl="1"/>
            <a:r>
              <a:t>2014: Virtual DOM.</a:t>
            </a:r>
          </a:p>
          <a:p>
            <a:pPr lvl="1"/>
            <a:r>
              <a:t>2016: Mejoras de rendimiento.</a:t>
            </a:r>
          </a:p>
          <a:p>
            <a:pPr lvl="1"/>
            <a:r>
              <a:t>2017: React Fiber.</a:t>
            </a:r>
          </a:p>
          <a:p>
            <a:pPr lvl="1"/>
            <a:r>
              <a:t>2019: Hooks.</a:t>
            </a:r>
          </a:p>
          <a:p>
            <a:pPr lvl="1"/>
            <a:r>
              <a:t>2022: Renderizado concurrente (React 18).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Características principales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DOM virtual.</a:t>
            </a:r>
          </a:p>
          <a:p>
            <a:r>
              <a:t>Flujo de datos unidireccional.</a:t>
            </a:r>
          </a:p>
          <a:p>
            <a:r>
              <a:t>Componentes reutilizables.</a:t>
            </a:r>
          </a:p>
          <a:p>
            <a:r>
              <a:t>JSX para combinar lógica y estructura.</a:t>
            </a:r>
          </a:p>
          <a:p>
            <a:r>
              <a:t>Estado manejado por componente.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Ventajas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Rendimiento mejorado gracias al Virtual DOM.</a:t>
            </a:r>
          </a:p>
          <a:p>
            <a:r>
              <a:t>Código más estable.</a:t>
            </a:r>
          </a:p>
          <a:p>
            <a:r>
              <a:t>Gran ecosistema de herramientas.</a:t>
            </a:r>
          </a:p>
          <a:p>
            <a:r>
              <a:t>Compatible con desarrollo móvil (React Native).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Componentes en React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Dos tipos principales:</a:t>
            </a:r>
          </a:p>
          <a:p>
            <a:pPr lvl="1"/>
            <a:r>
              <a:t>Componentes funcionales.</a:t>
            </a:r>
          </a:p>
          <a:p>
            <a:pPr lvl="1"/>
            <a:r>
              <a:t>Componentes de clase.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Ciclo de vida y Hooks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Fases: Mounting, Updating, Unmounting.</a:t>
            </a:r>
          </a:p>
          <a:p>
            <a:pPr lvl="1"/>
            <a:r>
              <a:t>Hook: useState</a:t>
            </a:r>
          </a:p>
          <a:p>
            <a:pPr lvl="1"/>
            <a:r>
              <a:t>Hook: useEffect</a:t>
            </a:r>
          </a:p>
          <a:p>
            <a:pPr lvl="1"/>
            <a:r>
              <a:t>Hook: useMemo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Estado global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Opciones disponibles:</a:t>
            </a:r>
          </a:p>
          <a:p>
            <a:pPr lvl="1"/>
            <a:r>
              <a:t>Context API.</a:t>
            </a:r>
          </a:p>
          <a:p>
            <a:pPr lvl="1"/>
            <a:r>
              <a:t>Redux.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React ha revolucionado el desarrollo web gracias a su arquitectura por componentes y su constante evolución.</a:t>
            </a:r>
          </a:p>
          <a:p>
            <a:pPr lvl="1"/>
            <a:r>
              <a:t>Su ecosistema y rendimiento lo posicionan como una de las tecnologías más importantes.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Espiral">
  <a:themeElements>
    <a:clrScheme name="Espiral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1CACE3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Espiral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Espiral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77</TotalTime>
  <Words>280</Words>
  <Application>Microsoft Office PowerPoint</Application>
  <PresentationFormat>Presentación en pantalla (4:3)</PresentationFormat>
  <Paragraphs>51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Arial</vt:lpstr>
      <vt:lpstr>Century Gothic</vt:lpstr>
      <vt:lpstr>Wingdings 3</vt:lpstr>
      <vt:lpstr>Espiral</vt:lpstr>
      <vt:lpstr>Investigación sobre React</vt:lpstr>
      <vt:lpstr>Introducción</vt:lpstr>
      <vt:lpstr>¿Qué es React?</vt:lpstr>
      <vt:lpstr>Origen de React</vt:lpstr>
      <vt:lpstr>Evolución de React</vt:lpstr>
      <vt:lpstr>Características principales</vt:lpstr>
      <vt:lpstr>Ventajas</vt:lpstr>
      <vt:lpstr>Componentes en React</vt:lpstr>
      <vt:lpstr>Ciclo de vida y Hooks</vt:lpstr>
      <vt:lpstr>Estado global</vt:lpstr>
      <vt:lpstr>Conclusión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Investigación sobre React</dc:title>
  <dc:subject/>
  <dc:creator/>
  <cp:keywords/>
  <dc:description>generated using python-pptx</dc:description>
  <cp:lastModifiedBy>pc200020002000@outlook.es</cp:lastModifiedBy>
  <cp:revision>2</cp:revision>
  <dcterms:created xsi:type="dcterms:W3CDTF">2013-01-27T09:14:16Z</dcterms:created>
  <dcterms:modified xsi:type="dcterms:W3CDTF">2025-12-11T18:45:08Z</dcterms:modified>
  <cp:category/>
</cp:coreProperties>
</file>